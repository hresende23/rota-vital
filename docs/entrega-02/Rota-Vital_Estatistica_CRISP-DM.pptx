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Bolsas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O+</c:v>
                </c:pt>
                <c:pt idx="1">
                  <c:v>A+</c:v>
                </c:pt>
                <c:pt idx="2">
                  <c:v>B+</c:v>
                </c:pt>
                <c:pt idx="3">
                  <c:v>AB+</c:v>
                </c:pt>
                <c:pt idx="4">
                  <c:v>O-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34</c:v>
                </c:pt>
                <c:pt idx="2">
                  <c:v>19</c:v>
                </c:pt>
                <c:pt idx="3">
                  <c:v>11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21-429B-8A0D-979B15A285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E2E8F0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4318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Rota-Vital • Estatística / CRISP-DM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21240" y="64922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Integrador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7"/>
          </a:solidFill>
          <a:ln w="12700">
            <a:solidFill>
              <a:srgbClr val="FFF7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863840" y="777240"/>
            <a:ext cx="3657600" cy="3657600"/>
          </a:xfrm>
          <a:prstGeom prst="ellipse">
            <a:avLst/>
          </a:prstGeom>
          <a:solidFill>
            <a:srgbClr val="FEE2E2">
              <a:alpha val="90000"/>
            </a:srgbClr>
          </a:solidFill>
          <a:ln w="12700">
            <a:solidFill>
              <a:srgbClr val="FECAC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732520" y="1600200"/>
            <a:ext cx="1920240" cy="19202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997696" y="193852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R+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B91C1C"/>
                </a:solidFill>
              </a:rPr>
              <a:t>ROTA-VITAL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Estatística aplicada ao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controle de hemocomponentes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32461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Proposta estruturada pelo ciclo CRISP-DM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3767328"/>
            <a:ext cx="4663440" cy="0"/>
          </a:xfrm>
          <a:prstGeom prst="line">
            <a:avLst/>
          </a:prstGeom>
          <a:noFill/>
          <a:ln w="254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13232" y="39776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48006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Objetivo: transformar dados de estoque em informação útil para reduzir perdas e apoiar decisões.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Contexto e problema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Por que a Estatística faz sentido dentro do Rota-Vital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64008" cy="18745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59536" y="15819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Problema operacional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1984248"/>
            <a:ext cx="3081528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Bolsas possuem validade, tipos sanguíneos, componentes e status diferentes. Sem análise, aumenta o risco de excesso, falta ou vencimento.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370832" y="1417320"/>
            <a:ext cx="64008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0" y="15819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Papel do sistema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984248"/>
            <a:ext cx="3081528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Registrar e organizar bolsas de hemocomponentes em uma base única, permitindo consultar estoque e acompanhar sua situação.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083296" y="1417320"/>
            <a:ext cx="64008" cy="1874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84464" y="15819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Papel da Estatística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84464" y="1984248"/>
            <a:ext cx="3081528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Resumir os dados, identificar padrões e gerar indicadores que apoiem decisões sobre disponibilidade, distribuição e desperdício.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3749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</a:rPr>
              <a:t>Questão central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160520"/>
            <a:ext cx="107899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Como os dados registrados no Rota-Vital podem ajudar a detectar risco de falta ou desperdício de hemocomponentes?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4088" y="5257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Objetivo estatístico e perguntas de análise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325880"/>
            <a:ext cx="10972800" cy="1143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914400" y="1627632"/>
            <a:ext cx="10469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Objetivo: usar estatística descritiva para transformar os registros das bolsas em indicadores de estoque, validade e distribuição.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1024128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Qual tipo sanguíneo aparece com maior frequência no estoque?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Quais hemocomponentes possuem maior ou menor disponibilidade?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Quantas bolsas estão disponíveis, reservadas, utilizadas ou vencidas?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Qual é o tempo médio e mediano restante até o vencimento?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Há grupos com estoque muito abaixo ou muito acima dos demais?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6692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803D"/>
                </a:solidFill>
              </a:rPr>
              <a:t>Resultado esperado: decisões apoiadas por dados, não apenas por percepção.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Dados disponíveis no sistema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Campos já existentes no modelo BolsaHemoComponente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6629400" cy="30175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Significado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Tipo de variável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codigo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Identificador da bolsa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Identificação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componente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Tipo de hemocomponente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Categórica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tipoSanguineo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Grupo e fator sanguíneo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Categórica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validade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Data de validade da bolsa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Temporal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Situação atual da bolsa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Categórica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731520" y="1417320"/>
            <a:ext cx="6629400" cy="5029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41248" y="1554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Campo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468880" y="1554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Significado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06440" y="15544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Tipo de variável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99248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7699248" y="1417320"/>
            <a:ext cx="64008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900416" y="15819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Variável derivada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00416" y="1984248"/>
            <a:ext cx="3310128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diasParaVencer = validade − data atual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99248" y="3035808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7699248" y="3035808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900416" y="32004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Contagens úteis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900416" y="3602736"/>
            <a:ext cx="3310128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quantidade por tipo sanguíneo, componente e status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699248" y="4654296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7699248" y="4654296"/>
            <a:ext cx="64008" cy="10972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7900416" y="48188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Importante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900416" y="5221224"/>
            <a:ext cx="331012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As análises reais devem usar os dados efetivamente cadastrados no sistema.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CRISP-DM: visão geral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O projeto estatístico é organizado em seis etapas conectadas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58368" y="2075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2416" y="203911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Entendimento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do negócio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04288" y="2112264"/>
            <a:ext cx="310896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450592" y="1920240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560320" y="2075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44368" y="203911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Entendimento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dos dados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06240" y="2112264"/>
            <a:ext cx="310896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352544" y="1920240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462272" y="2075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03911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Preparação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dos dados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08192" y="2112264"/>
            <a:ext cx="310896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254496" y="1920240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64224" y="2075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48272" y="203911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Modelagem /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Análise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10144" y="2112264"/>
            <a:ext cx="310896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156448" y="1920240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266176" y="2075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50224" y="203911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Avaliação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912096" y="2112264"/>
            <a:ext cx="310896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058400" y="1920240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0168128" y="2075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52176" y="203911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Implantação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05840" y="3337560"/>
            <a:ext cx="10149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325880" y="368503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</a:rPr>
              <a:t>O ciclo é iterativo: se a avaliação mostrar problemas nos dados ou na análise, voltamos às etapas anteriores e ajustamos o processo.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97280" y="51663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No Rota-Vital, o CRISP-DM conecta o problema de negócio aos dados do sistema e às decisões que serão tomadas.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Etapa 1 — Business Understanding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Entendimento do negócio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64008" cy="20116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86968" y="15819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Necessidade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984248"/>
            <a:ext cx="2944368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Acompanhar estoque e validade para reduzir desperdício e evitar indisponibilidade de determinados grupos sanguíneos.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41732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64008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453128" y="15819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Objetivo analítico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53128" y="1984248"/>
            <a:ext cx="2944368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Produzir indicadores simples e interpretáveis que mostrem a situação atual do estoque.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18120" y="141732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818120" y="1417320"/>
            <a:ext cx="64008" cy="20116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019288" y="15819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Critério de sucesso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19288" y="1984248"/>
            <a:ext cx="2944368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Conseguir responder rapidamente quais grupos estão escassos, quais têm excesso e quais bolsas estão próximas do vencimento.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102412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>
              <a:buSzPct val="100000"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Etapa 2 — Data Understanding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Entendimento dos dados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86968" y="15819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Inventário dos dados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984248"/>
            <a:ext cx="3035808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Identificar campos, tipos, origem e quantidade de registros disponíveis.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64008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90288" y="15819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Qualidade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1984248"/>
            <a:ext cx="3035808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Verificar valores ausentes, duplicados, datas inválidas e categorias inconsistentes.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64008" cy="1417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93608" y="15819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Exploração inicial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93608" y="1984248"/>
            <a:ext cx="3035808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Frequências e distribuições simples para entender como o estoque está composto.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3232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Exemplos de exploração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794760"/>
            <a:ext cx="101498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Contagem de bolsas por tipo sanguíneo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Contagem por hemocomponente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Distribuição por status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Intervalo de datas de validade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Identificação de bolsas vencidas ou próximas do vencimento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Etapa 3 — Data Preparation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Preparação para a análise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41248" y="15727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25296" y="1536192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Remover / tratar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duplicidades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355848" y="15727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39896" y="1536192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Padronizar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categorias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60720" y="141732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870448" y="15727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54496" y="1536192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Validar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75320" y="141732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385048" y="15727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69096" y="1536192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Criar variáveis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derivadas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9808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Exemplo de variável derivada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9808" y="3383280"/>
            <a:ext cx="4983480" cy="114300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60120" y="3703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</a:rPr>
              <a:t>diasParaVencer = validade − data de referência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80760" y="3383280"/>
            <a:ext cx="50292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Também podemos gerar faixas de risco: vencida, até 7 dias, 8–30 dias, acima de 30 dias.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803D"/>
                </a:solidFill>
              </a:rPr>
              <a:t>Objetivo: garantir que as medidas estatísticas sejam calculadas sobre dados consistentes.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Etapa 4 — Modeling / Análise Estatística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Estatística descritiva aplicada ao estoque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59536" y="15179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Frequência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1920240"/>
            <a:ext cx="2304288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Quantidade e percentual por tipo sanguíneo, componente e status.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93008" y="1353312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493008" y="1353312"/>
            <a:ext cx="64008" cy="1417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694176" y="15179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Média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94176" y="1920240"/>
            <a:ext cx="2304288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Tempo médio restante até o vencimento.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27648" y="1353312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327648" y="1353312"/>
            <a:ext cx="64008" cy="14173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528816" y="15179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Mediana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28816" y="1920240"/>
            <a:ext cx="2304288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Valor central dos dias restantes; reduz influência de extremos.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62288" y="1353312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9162288" y="1353312"/>
            <a:ext cx="64008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363456" y="151790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Dispersão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63456" y="1920240"/>
            <a:ext cx="1984248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Amplitude e, se útil, desvio-padrão dos dias para vencer.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3232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Exemplo ilustrativo — quantidade por tipo sanguíneo</a:t>
            </a:r>
            <a:endParaRPr lang="en-US" sz="13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777240" y="3520440"/>
          <a:ext cx="50292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6172200" y="3429000"/>
            <a:ext cx="49834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446520" y="37033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Indicadores que podem entrar no dashboard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675120" y="4160520"/>
            <a:ext cx="39776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Total de bolsas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% disponível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% próximas do vencimento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tipo sanguíneo menos disponível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média de dias até vencer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04672" y="58064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Dados do gráfico são apenas ilustrativos; substituir pelos valores reais do sistema.</a:t>
            </a:r>
            <a:endParaRPr lang="en-US" sz="9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Etapa 5 — Evaluation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Interpretar se a análise realmente responde ao problema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31089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6012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Perguntas de validação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2606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Os indicadores respondem às perguntas do negócio?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Os resultados são coerentes com os dados?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Há valores extremos ou erros influenciando a análise?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As conclusões ajudam a priorizar ações?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60520" y="2880360"/>
            <a:ext cx="594360" cy="7315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64008" cy="1325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230368" y="16276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Exemplo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30368" y="2029968"/>
            <a:ext cx="2395728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Baixa quantidade de O− → sinal de atenção para reposição.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0" y="30175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64008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230368" y="31821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Exemplo 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30368" y="3584448"/>
            <a:ext cx="2395728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Muitas bolsas a vencer em poucos dias → risco de desperdício.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14630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229600" y="1463040"/>
            <a:ext cx="64008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430768" y="16276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Exemplo 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30768" y="2029968"/>
            <a:ext cx="2395728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Grande concentração em um componente → avaliar equilíbrio do estoque.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0" y="30175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229600" y="3017520"/>
            <a:ext cx="64008" cy="1325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430768" y="31821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Exemplo 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30768" y="3584448"/>
            <a:ext cx="2395728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Resultados inconsistentes → voltar à preparação dos dados.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Etapa 6 — 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Como os resultados chegam ao usuário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32688" y="15361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938528"/>
            <a:ext cx="2898648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Indicadores rápidos, gráficos de estoque e alertas de validade.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64008" cy="18288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81728" y="15361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Relatório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81728" y="1938528"/>
            <a:ext cx="2898648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Resumo periódico com tendências, riscos e recomendações.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3716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64008" cy="1828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430768" y="15361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Integração ao sistema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0768" y="1938528"/>
            <a:ext cx="2898648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Exibir análises no próprio Rota-Vital e atualizar conforme novos cadastros.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Fluxo proposto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389120"/>
            <a:ext cx="2240280" cy="868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60120" y="453542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Cadastro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828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Bolsa registrada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08960" y="4617720"/>
            <a:ext cx="320040" cy="32918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566160" y="4389120"/>
            <a:ext cx="22402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703320" y="453542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Banco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4828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Dados armazenados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52160" y="4617720"/>
            <a:ext cx="320040" cy="32918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309360" y="4389120"/>
            <a:ext cx="2240280" cy="868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453542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Análise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4828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Indicadores calculados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95360" y="4617720"/>
            <a:ext cx="320040" cy="32918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9052560" y="4389120"/>
            <a:ext cx="22402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9189720" y="453542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Visualização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89720" y="4828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Dashboard / relatório</a:t>
            </a:r>
            <a:endParaRPr lang="en-US" sz="10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Conclusão e próximos passos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68122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51560" y="173736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O que a Estatística acrescenta ao Rota-Vital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603504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Transforma cadastros em informação para decisão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Ajuda a identificar falta, excesso e risco de vencimento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Permite acompanhar indicadores de forma contínua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Integra o conteúdo de Estatística ao problema real do projeto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863840" y="1371600"/>
            <a:ext cx="3611880" cy="4343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183880" y="1737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91C1C"/>
                </a:solidFill>
              </a:rPr>
              <a:t>Próximos passos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183880" y="2331720"/>
            <a:ext cx="28346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Gerar uma base com dados reais ou de teste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Calcular os indicadores definidos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Montar gráficos com os resultados reais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Inserir as análises no documento e/ou dashboard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Validar as conclusões com o grupo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943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</a:rPr>
              <a:t>Mensagem final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5870448"/>
            <a:ext cx="8915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 Rota-Vital não apenas registra bolsas: ele pode usar os próprios dados para apoiar decisões mais seguras e eficientes.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1007</Words>
  <Application>Microsoft Office PowerPoint</Application>
  <PresentationFormat>Widescreen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Rota-Vital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Rota-Vital — Estatística aplicada ao controle de hemocomponentes</dc:title>
  <dc:subject>Rota-Vital — Estatística aplicada com CRISP-DM</dc:subject>
  <dc:creator>OpenAI</dc:creator>
  <cp:lastModifiedBy>jardel junior</cp:lastModifiedBy>
  <cp:revision>2</cp:revision>
  <dcterms:created xsi:type="dcterms:W3CDTF">2026-10-05T19:24:30Z</dcterms:created>
  <dcterms:modified xsi:type="dcterms:W3CDTF">2026-10-05T19:31:15Z</dcterms:modified>
</cp:coreProperties>
</file>